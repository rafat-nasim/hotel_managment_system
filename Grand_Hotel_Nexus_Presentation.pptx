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472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21440" cy="6217920"/>
          </a:xfrm>
          <a:prstGeom prst="rect">
            <a:avLst/>
          </a:prstGeom>
          <a:solidFill>
            <a:srgbClr val="FBF6EE"/>
          </a:solidFill>
          <a:ln w="25400">
            <a:solidFill>
              <a:srgbClr val="6E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ln w="1270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777240"/>
            <a:ext cx="1280160" cy="1353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2402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BANGLADESH ARMY UNIVERSITY OF SCIENCE AND TECHNOLOGY KHULNA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937760" y="2697480"/>
            <a:ext cx="2286000" cy="0"/>
          </a:xfrm>
          <a:prstGeom prst="line">
            <a:avLst/>
          </a:prstGeom>
          <a:noFill/>
          <a:ln w="1270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2788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Study in Object-Oriented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Grand Hotel Nexus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371600" y="4343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Room Booking &amp; Billing Management System  ·  Java &amp; Swing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651760" y="5074920"/>
            <a:ext cx="6858000" cy="960120"/>
          </a:xfrm>
          <a:prstGeom prst="rect">
            <a:avLst/>
          </a:prstGeom>
          <a:solidFill>
            <a:srgbClr val="6E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51760" y="507492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B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Rafat Nasim</a:t>
            </a:r>
            <a:endParaRPr lang="en-US" sz="19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 1072420005101016   ·   Section CSE 4A   ·   CSE 220</a:t>
            </a:r>
            <a:endParaRPr lang="en-US" sz="19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D9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to  Rohul Amin, Lecturer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E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Scenario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166360" y="1554480"/>
            <a:ext cx="1828800" cy="0"/>
          </a:xfrm>
          <a:prstGeom prst="line">
            <a:avLst/>
          </a:prstGeom>
          <a:noFill/>
          <a:ln w="1905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0" y="19202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Picture the front desk of a small hotel on a busy evening.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2834640"/>
            <a:ext cx="3200400" cy="2651760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834640"/>
            <a:ext cx="3200400" cy="109728"/>
          </a:xfrm>
          <a:prstGeom prst="rect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57400" y="3246120"/>
            <a:ext cx="1005840" cy="1005840"/>
          </a:xfrm>
          <a:prstGeom prst="ellipse">
            <a:avLst/>
          </a:prstGeom>
          <a:solidFill>
            <a:srgbClr val="370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4747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What's free?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23444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rooms are available right now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26280" y="2834640"/>
            <a:ext cx="3200400" cy="2651760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26280" y="2834640"/>
            <a:ext cx="3200400" cy="109728"/>
          </a:xfrm>
          <a:prstGeom prst="rect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23560" y="3246120"/>
            <a:ext cx="1005840" cy="1005840"/>
          </a:xfrm>
          <a:prstGeom prst="ellipse">
            <a:avLst/>
          </a:prstGeom>
          <a:solidFill>
            <a:srgbClr val="370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4747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Who's where?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480060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rooms are occupied, and by whom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092440" y="2834640"/>
            <a:ext cx="3200400" cy="2651760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092440" y="2834640"/>
            <a:ext cx="3200400" cy="109728"/>
          </a:xfrm>
          <a:prstGeom prst="rect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89720" y="3246120"/>
            <a:ext cx="1005840" cy="1005840"/>
          </a:xfrm>
          <a:prstGeom prst="ellipse">
            <a:avLst/>
          </a:prstGeom>
          <a:solidFill>
            <a:srgbClr val="370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4747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What's owed?</a:t>
            </a:r>
            <a:endParaRPr lang="en-US" sz="2500" dirty="0"/>
          </a:p>
        </p:txBody>
      </p:sp>
      <p:sp>
        <p:nvSpPr>
          <p:cNvPr id="22" name="Text 17"/>
          <p:cNvSpPr/>
          <p:nvPr/>
        </p:nvSpPr>
        <p:spPr>
          <a:xfrm>
            <a:off x="836676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departing guest must pay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B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 Hotel Nexus answers all three —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Front Desk Needs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166360" y="1627632"/>
            <a:ext cx="1828800" cy="0"/>
          </a:xfrm>
          <a:prstGeom prst="line">
            <a:avLst/>
          </a:prstGeom>
          <a:noFill/>
          <a:ln w="1905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2121408"/>
            <a:ext cx="731520" cy="731520"/>
          </a:xfrm>
          <a:prstGeom prst="ellipse">
            <a:avLst/>
          </a:prstGeom>
          <a:solidFill>
            <a:srgbClr val="F0E6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28600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See every room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07008" y="29443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list of number, grade, price &amp; status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99432" y="18288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73752" y="2121408"/>
            <a:ext cx="731520" cy="731520"/>
          </a:xfrm>
          <a:prstGeom prst="ellipse">
            <a:avLst/>
          </a:prstGeom>
          <a:solidFill>
            <a:srgbClr val="F0E6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28600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Book a room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92040" y="29443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free room, enter a guest, mark it taken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284464" y="18288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558784" y="2121408"/>
            <a:ext cx="731520" cy="731520"/>
          </a:xfrm>
          <a:prstGeom prst="ellipse">
            <a:avLst/>
          </a:prstGeom>
          <a:solidFill>
            <a:srgbClr val="F0E6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228600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7464" y="2121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double-booking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577072" y="29443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an occupied room is blocked with a warning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914400" y="3867912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188720" y="4160520"/>
            <a:ext cx="731520" cy="731520"/>
          </a:xfrm>
          <a:prstGeom prst="ellipse">
            <a:avLst/>
          </a:prstGeom>
          <a:solidFill>
            <a:srgbClr val="F0E6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" y="43251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57400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Check out &amp; bill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1207008" y="4983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 stayed produce an itemised receipt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4599432" y="3867912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873752" y="4160520"/>
            <a:ext cx="731520" cy="731520"/>
          </a:xfrm>
          <a:prstGeom prst="ellipse">
            <a:avLst/>
          </a:prstGeom>
          <a:solidFill>
            <a:srgbClr val="F0E6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432511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42432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Filter the view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4892040" y="4983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rooms, available only, or booked only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8284464" y="3867912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558784" y="4160520"/>
            <a:ext cx="731520" cy="731520"/>
          </a:xfrm>
          <a:prstGeom prst="ellipse">
            <a:avLst/>
          </a:prstGeom>
          <a:solidFill>
            <a:srgbClr val="F0E6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3376" y="4325112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27464" y="4160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Remember it all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8577072" y="4983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booking is saved and reloaded on launch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Grades, One Blueprint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166360" y="1627632"/>
            <a:ext cx="1828800" cy="0"/>
          </a:xfrm>
          <a:prstGeom prst="line">
            <a:avLst/>
          </a:prstGeom>
          <a:noFill/>
          <a:ln w="1905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51960" y="1874520"/>
            <a:ext cx="3657600" cy="777240"/>
          </a:xfrm>
          <a:prstGeom prst="rect">
            <a:avLst/>
          </a:prstGeom>
          <a:solidFill>
            <a:srgbClr val="6E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5196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 (abstract)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37560" y="2670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· price · isBooked · guestName · getRoomType()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3246120"/>
            <a:ext cx="45720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34640" y="2880360"/>
            <a:ext cx="1005840" cy="1005840"/>
          </a:xfrm>
          <a:prstGeom prst="ellipse">
            <a:avLst/>
          </a:prstGeom>
          <a:solidFill>
            <a:srgbClr val="6E1A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312724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Standard Room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3444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comfort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4937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5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101–104</a:t>
            </a:r>
            <a:endParaRPr lang="en-US" sz="145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5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 – $60 / night</a:t>
            </a:r>
            <a:endParaRPr lang="en-US" sz="145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5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“Standard Basic”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46520" y="3246120"/>
            <a:ext cx="4572000" cy="2697480"/>
          </a:xfrm>
          <a:prstGeom prst="rect">
            <a:avLst/>
          </a:prstGeom>
          <a:solidFill>
            <a:srgbClr val="6E1A2E"/>
          </a:solidFill>
          <a:ln w="12700">
            <a:solidFill>
              <a:srgbClr val="6E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229600" y="2880360"/>
            <a:ext cx="1005840" cy="1005840"/>
          </a:xfrm>
          <a:prstGeom prst="ellipse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312724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294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Luxury Suite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62940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service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720840" y="4937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50" dirty="0">
                <a:solidFill>
                  <a:srgbClr val="EB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201–204</a:t>
            </a:r>
            <a:endParaRPr lang="en-US" sz="145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50" dirty="0">
                <a:solidFill>
                  <a:srgbClr val="EB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 – $250 / night</a:t>
            </a:r>
            <a:endParaRPr lang="en-US" sz="145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50" dirty="0">
                <a:solidFill>
                  <a:srgbClr val="EB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AC, Jacuzzi, Ocean View, VIP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3337560" y="2651760"/>
            <a:ext cx="0" cy="594360"/>
          </a:xfrm>
          <a:prstGeom prst="line">
            <a:avLst/>
          </a:prstGeom>
          <a:noFill/>
          <a:ln w="15875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823960" y="2651760"/>
            <a:ext cx="0" cy="594360"/>
          </a:xfrm>
          <a:prstGeom prst="line">
            <a:avLst/>
          </a:prstGeom>
          <a:noFill/>
          <a:ln w="15875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E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Five Pillars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OBJECT-ORIENTED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10058400" cy="749808"/>
          </a:xfrm>
          <a:prstGeom prst="rect">
            <a:avLst/>
          </a:prstGeom>
          <a:solidFill>
            <a:srgbClr val="FB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965960"/>
            <a:ext cx="914400" cy="749808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579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Abstraction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892040" y="196596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is abstract &amp; HotelOperations is an interface — intent without detail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51560" y="2834640"/>
            <a:ext cx="10058400" cy="749808"/>
          </a:xfrm>
          <a:prstGeom prst="rect">
            <a:avLst/>
          </a:prstGeom>
          <a:solidFill>
            <a:srgbClr val="FB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51560" y="2834640"/>
            <a:ext cx="914400" cy="749808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02666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2834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Inheritance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892040" y="283464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StandardRoom &amp; LuxuryRoom extend Room and reuse it via super(...)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051560" y="3703320"/>
            <a:ext cx="10058400" cy="749808"/>
          </a:xfrm>
          <a:prstGeom prst="rect">
            <a:avLst/>
          </a:prstGeom>
          <a:solidFill>
            <a:srgbClr val="FB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051560" y="3703320"/>
            <a:ext cx="914400" cy="749808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8953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3703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Polymorphism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4892040" y="370332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grade overrides getRoomType() — the right one runs every time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051560" y="4572000"/>
            <a:ext cx="10058400" cy="749808"/>
          </a:xfrm>
          <a:prstGeom prst="rect">
            <a:avLst/>
          </a:prstGeom>
          <a:solidFill>
            <a:srgbClr val="FB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51560" y="4572000"/>
            <a:ext cx="914400" cy="749808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7640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48840" y="45720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Encapsulation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4892040" y="457200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state &amp; guest name are private, changed only through setters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1051560" y="5440680"/>
            <a:ext cx="10058400" cy="749808"/>
          </a:xfrm>
          <a:prstGeom prst="rect">
            <a:avLst/>
          </a:prstGeom>
          <a:solidFill>
            <a:srgbClr val="FB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51560" y="5440680"/>
            <a:ext cx="914400" cy="749808"/>
          </a:xfrm>
          <a:prstGeom prst="rect">
            <a:avLst/>
          </a:prstGeom>
          <a:solidFill>
            <a:srgbClr val="4E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563270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48840" y="5440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Persistence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4892040" y="544068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Serializable saves the whole hotel — bookings and all — to a file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Front-Desk Console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166360" y="1627632"/>
            <a:ext cx="1828800" cy="0"/>
          </a:xfrm>
          <a:prstGeom prst="line">
            <a:avLst/>
          </a:prstGeom>
          <a:noFill/>
          <a:ln w="1905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669280" cy="4434840"/>
          </a:xfrm>
          <a:prstGeom prst="rect">
            <a:avLst/>
          </a:prstGeom>
          <a:solidFill>
            <a:srgbClr val="1E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5669280" cy="914400"/>
          </a:xfrm>
          <a:prstGeom prst="rect">
            <a:avLst/>
          </a:prstGeom>
          <a:solidFill>
            <a:srgbClr val="141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 Hotel Nexus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2423160"/>
            <a:ext cx="5120640" cy="274320"/>
          </a:xfrm>
          <a:prstGeom prst="rect">
            <a:avLst/>
          </a:prstGeom>
          <a:solidFill>
            <a:srgbClr val="2D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2728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Filter:  Show All Rooms  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101  ·  Standard  ·  $50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638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 AVAILABLE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3438144"/>
            <a:ext cx="5120640" cy="0"/>
          </a:xfrm>
          <a:prstGeom prst="line">
            <a:avLst/>
          </a:prstGeom>
          <a:noFill/>
          <a:ln w="6350">
            <a:solidFill>
              <a:srgbClr val="333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3493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201  ·  Luxury (Jacuzzi)  ·  $160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7307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 OCCUPIED — Mr. Khan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4005072"/>
            <a:ext cx="5120640" cy="0"/>
          </a:xfrm>
          <a:prstGeom prst="line">
            <a:avLst/>
          </a:prstGeom>
          <a:noFill/>
          <a:ln w="6350">
            <a:solidFill>
              <a:srgbClr val="333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4059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203  ·  Luxury (Ocean View)  ·  $180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297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 AVAILABLE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4572000"/>
            <a:ext cx="5120640" cy="0"/>
          </a:xfrm>
          <a:prstGeom prst="line">
            <a:avLst/>
          </a:prstGeom>
          <a:noFill/>
          <a:ln w="6350">
            <a:solidFill>
              <a:srgbClr val="333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46268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204  ·  Luxury (VIP King)  ·  $250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646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 OCCUPIED — Ms. Lee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5669280"/>
            <a:ext cx="246888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Check-In / Book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94760" y="5669280"/>
            <a:ext cx="246888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94760" y="566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Check-Out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3317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 Pick a room from the live list</a:t>
            </a:r>
            <a:endParaRPr lang="en-US" sz="19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 Green = free, Red = occupied</a:t>
            </a:r>
            <a:endParaRPr lang="en-US" sz="19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 Book it — enter the guest's name</a:t>
            </a:r>
            <a:endParaRPr lang="en-US" sz="19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 Check out — enter nights stayed</a:t>
            </a:r>
            <a:endParaRPr lang="en-US" sz="19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 A receipt is generated instantly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E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Bill, Calculated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166360" y="1508760"/>
            <a:ext cx="1828800" cy="0"/>
          </a:xfrm>
          <a:prstGeom prst="line">
            <a:avLst/>
          </a:prstGeom>
          <a:noFill/>
          <a:ln w="1905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typed by hand — derived from the room's own price × nights stayed.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23360" y="2331720"/>
            <a:ext cx="4114800" cy="3931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2331720"/>
            <a:ext cx="4114800" cy="164592"/>
          </a:xfrm>
          <a:prstGeom prst="rect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HOTEL BILL RECEIPT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0560" y="3200400"/>
            <a:ext cx="32004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2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Mr. Khan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813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2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41970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1970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2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Luxury Suite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581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/ Night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4581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2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$160.00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4965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Nights Stayed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4965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2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0560" y="5394960"/>
            <a:ext cx="3200400" cy="0"/>
          </a:xfrm>
          <a:prstGeom prst="line">
            <a:avLst/>
          </a:prstGeom>
          <a:noFill/>
          <a:ln w="19050">
            <a:solidFill>
              <a:srgbClr val="6E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5486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5486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6E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$480.00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$160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0584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/ night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97480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DA8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×  3  =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0976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DA8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$480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4183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due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OUTCOME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E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Results &amp; Room to Grow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166360" y="1627632"/>
            <a:ext cx="1828800" cy="0"/>
          </a:xfrm>
          <a:prstGeom prst="line">
            <a:avLst/>
          </a:prstGeom>
          <a:noFill/>
          <a:ln w="1905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5212080" cy="658368"/>
          </a:xfrm>
          <a:prstGeom prst="rect">
            <a:avLst/>
          </a:prstGeom>
          <a:solidFill>
            <a:srgbClr val="6E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F6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Works Today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✓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 available rooms in seconds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✓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Blocks any double-booking attempt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✓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Generates an accurate itemised bill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✓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rooms by their status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✓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Reloads every booking on restart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5212080" cy="658368"/>
          </a:xfrm>
          <a:prstGeom prst="rect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18745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Room to Grow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27432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◆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screen to add &amp; edit rooms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◆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Taxes, discounts &amp; service charges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◆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and reprintable receipts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◆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database for multi-user use</a:t>
            </a:r>
            <a:endParaRPr lang="en-US" sz="1700" dirty="0"/>
          </a:p>
          <a:p>
            <a:pPr marL="228600" indent="-228600">
              <a:spcAft>
                <a:spcPts val="1500"/>
              </a:spcAft>
              <a:buSzPct val="100000"/>
              <a:buChar char="◆"/>
            </a:pPr>
            <a:r>
              <a:rPr lang="en-US" sz="1700" dirty="0">
                <a:solidFill>
                  <a:srgbClr val="2A2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Date-based future reservations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E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38560" cy="6035040"/>
          </a:xfrm>
          <a:prstGeom prst="rect">
            <a:avLst/>
          </a:prstGeom>
          <a:ln w="12700">
            <a:solidFill>
              <a:srgbClr val="B0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29640" y="3108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i="1" dirty="0">
                <a:solidFill>
                  <a:srgbClr val="B08A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</a:t>
            </a:r>
            <a:endParaRPr lang="en-US" sz="8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552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Consolas</vt:lpstr>
      <vt:lpstr>Georgia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Hotel Nexus</dc:title>
  <dc:subject>PptxGenJS Presentation</dc:subject>
  <dc:creator>Rafat Nasim</dc:creator>
  <cp:lastModifiedBy>Our Cloud</cp:lastModifiedBy>
  <cp:revision>2</cp:revision>
  <dcterms:created xsi:type="dcterms:W3CDTF">2026-06-08T23:34:23Z</dcterms:created>
  <dcterms:modified xsi:type="dcterms:W3CDTF">2026-06-08T23:38:40Z</dcterms:modified>
</cp:coreProperties>
</file>